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43B9-013F-4820-89E7-246566751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E3C97-5913-47CD-A7F3-B7085F295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8CEB0-891D-4A04-A115-420C0C0B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4357-F7E3-41A5-B082-ADD27BD217EC}" type="datetimeFigureOut">
              <a:rPr lang="en-ID" smtClean="0"/>
              <a:t>13/11/2025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24F48-390F-4036-A745-090A059AD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21C1D-B13C-431A-9187-6F1F5B94C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64BA1-BE85-475A-8185-BC619845E7E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7985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A0898-A8C1-476E-A555-E989E2546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FF439-F212-4AA1-A644-B688EA6FA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879C9-E0C5-4CE1-BDAC-11A3BAD44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4357-F7E3-41A5-B082-ADD27BD217EC}" type="datetimeFigureOut">
              <a:rPr lang="en-ID" smtClean="0"/>
              <a:t>13/11/2025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6F7C3-245D-462D-977D-BBA970256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F2A25-7294-462A-9CC3-F1B23BE0A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64BA1-BE85-475A-8185-BC619845E7E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1567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2C5FC-A821-4AAF-BBBA-C6DD7C030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BDF2E-4817-482A-8D5C-0F4F7EED8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BDDAA-4EAA-41D2-879A-A8B90F18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4357-F7E3-41A5-B082-ADD27BD217EC}" type="datetimeFigureOut">
              <a:rPr lang="en-ID" smtClean="0"/>
              <a:t>13/11/2025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EF69A-3197-4584-BF7C-09E259DFE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4FE74-A236-4D67-97AE-D0E1DCB9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64BA1-BE85-475A-8185-BC619845E7E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720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E3F93-7B89-4EB9-B726-2994CA46C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19C6E-9C08-4858-96ED-E132BCF15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B4783-9CE2-4A27-9FDC-6A84753F0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A71EF-53E4-4F56-911B-DB10B092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4357-F7E3-41A5-B082-ADD27BD217EC}" type="datetimeFigureOut">
              <a:rPr lang="en-ID" smtClean="0"/>
              <a:t>13/11/2025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A77A0-3CA3-40B6-9E44-C54234F9D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72269-DBF6-4F2A-914C-004041B65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64BA1-BE85-475A-8185-BC619845E7E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9762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6A11-D69B-4DA6-A375-77C782CB8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0B536-7F4A-43EB-B82F-585B0367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AB8FD-3828-4A7A-B575-B497D8255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8EAD75-4387-4E0B-8A60-01FD52EBC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FDF739-7F26-4F75-BF62-4C5F89362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5EA269-F695-4570-9214-16E1C93C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4357-F7E3-41A5-B082-ADD27BD217EC}" type="datetimeFigureOut">
              <a:rPr lang="en-ID" smtClean="0"/>
              <a:t>13/11/2025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35BB0D-50D9-4642-B15D-7E783068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8BE38B-9F25-4C64-9E79-C78356E3D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64BA1-BE85-475A-8185-BC619845E7E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3589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5B4A-D5DB-47BF-9257-C0E6CBC09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B35734-1C46-444E-BA49-A11E2D52B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4357-F7E3-41A5-B082-ADD27BD217EC}" type="datetimeFigureOut">
              <a:rPr lang="en-ID" smtClean="0"/>
              <a:t>13/11/2025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C52D2-0161-4277-9B73-91914EAD1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D6F3A-4B67-4B67-AD65-279C69E3A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64BA1-BE85-475A-8185-BC619845E7E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01606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1EEC2-EBCD-429B-889E-9B4E6832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4357-F7E3-41A5-B082-ADD27BD217EC}" type="datetimeFigureOut">
              <a:rPr lang="en-ID" smtClean="0"/>
              <a:t>13/11/2025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48123E-6F4E-49AC-BC56-84D72AC2F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6C368-B7C9-4F58-9D55-E09899C27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64BA1-BE85-475A-8185-BC619845E7E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228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8C05-7206-430D-9BB5-29D3BCEA7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414BA-8ADD-4D5D-972F-25D89EF25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23476-6B9C-4726-AD92-23A6388D4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AFF7D-6060-4D12-B972-B4DEB4842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4357-F7E3-41A5-B082-ADD27BD217EC}" type="datetimeFigureOut">
              <a:rPr lang="en-ID" smtClean="0"/>
              <a:t>13/11/2025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A88F4-A5DB-4D56-89F2-DCCC5EEE2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9D161-56DE-4F34-AB0E-DABB0DFF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64BA1-BE85-475A-8185-BC619845E7E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4764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7577C-F528-4BC7-95C2-A2643CE8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2FC29E-256F-47B9-A84E-DAAFD83F9F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2E2DF-AF2D-4440-ADD1-8255826AA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064E9-8125-4A87-BD23-706E4032F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4357-F7E3-41A5-B082-ADD27BD217EC}" type="datetimeFigureOut">
              <a:rPr lang="en-ID" smtClean="0"/>
              <a:t>13/11/2025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DC4B0-3C93-4CC7-A902-01A7CF422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19B29-B081-4B96-8E76-67AF9C07D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64BA1-BE85-475A-8185-BC619845E7E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5776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D905B-7755-47E9-AD65-F157BFC12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B0FB3-1DF3-47C8-AAA4-276D7D268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8EC14-1E68-4666-B978-F7D9FFD65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4357-F7E3-41A5-B082-ADD27BD217EC}" type="datetimeFigureOut">
              <a:rPr lang="en-ID" smtClean="0"/>
              <a:t>13/11/2025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EB371-2061-469A-96C9-81D192C2B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CC0B-0823-4B64-A5C5-B40523E9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64BA1-BE85-475A-8185-BC619845E7E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8246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EF3694-D931-4362-B43B-298C8B610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EC1B28-773F-4DE0-8F00-2BF78B93C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7E81-C4B5-4594-A13D-FDBBB0391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A4357-F7E3-41A5-B082-ADD27BD217EC}" type="datetimeFigureOut">
              <a:rPr lang="en-ID" smtClean="0"/>
              <a:t>13/11/2025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2A8D8-E563-4AFA-A310-717974BAF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D3724-45A5-4FC8-B1DC-BC9E765F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64BA1-BE85-475A-8185-BC619845E7E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412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C17022-C8C8-4775-AD3F-BFE7D0F8B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4704D-2533-4D25-BE71-464B22435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912A0-8B9E-4FB4-B62A-87E3EA362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A4357-F7E3-41A5-B082-ADD27BD217EC}" type="datetimeFigureOut">
              <a:rPr lang="en-ID" smtClean="0"/>
              <a:t>13/11/2025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BB2D0-0B89-40A2-B3B7-32696A4D0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04557-9D5D-4FBB-A2D7-91FFC3746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64BA1-BE85-475A-8185-BC619845E7E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7819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6CF04-664F-4626-87AC-22A7F71DE7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Pelanggaran</a:t>
            </a:r>
            <a:r>
              <a:rPr lang="en-US" dirty="0"/>
              <a:t> </a:t>
            </a:r>
            <a:r>
              <a:rPr lang="en-US" dirty="0" err="1"/>
              <a:t>Siswa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2C7A51-9416-483D-B0B6-AF0802334B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9413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7E7D-708D-412A-A541-5C384E55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7B96A-23B8-4043-9B17-733CA6B47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Mengelola</a:t>
            </a:r>
            <a:r>
              <a:rPr lang="en-US" dirty="0"/>
              <a:t> Data </a:t>
            </a:r>
            <a:r>
              <a:rPr lang="en-US" dirty="0" err="1"/>
              <a:t>Pelanggaran</a:t>
            </a:r>
            <a:r>
              <a:rPr lang="en-US" dirty="0"/>
              <a:t>*</a:t>
            </a:r>
          </a:p>
          <a:p>
            <a:r>
              <a:rPr lang="en-US" dirty="0" err="1"/>
              <a:t>Mengelola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Pelanggaran</a:t>
            </a:r>
            <a:r>
              <a:rPr lang="en-US" dirty="0"/>
              <a:t>*</a:t>
            </a:r>
          </a:p>
          <a:p>
            <a:r>
              <a:rPr lang="en-US" dirty="0" err="1"/>
              <a:t>Mengelola</a:t>
            </a:r>
            <a:r>
              <a:rPr lang="en-US" dirty="0"/>
              <a:t> Data Guru*</a:t>
            </a:r>
          </a:p>
          <a:p>
            <a:r>
              <a:rPr lang="en-US" dirty="0" err="1"/>
              <a:t>Mengelola</a:t>
            </a:r>
            <a:r>
              <a:rPr lang="en-US" dirty="0"/>
              <a:t> Data </a:t>
            </a:r>
            <a:r>
              <a:rPr lang="en-US" dirty="0" err="1"/>
              <a:t>Siswa</a:t>
            </a:r>
            <a:r>
              <a:rPr lang="en-US" dirty="0"/>
              <a:t> *</a:t>
            </a:r>
          </a:p>
          <a:p>
            <a:r>
              <a:rPr lang="en-US" dirty="0" err="1"/>
              <a:t>Mengelola</a:t>
            </a:r>
            <a:r>
              <a:rPr lang="en-US" dirty="0"/>
              <a:t> User</a:t>
            </a:r>
          </a:p>
          <a:p>
            <a:r>
              <a:rPr lang="en-US" dirty="0" err="1"/>
              <a:t>Mengelola</a:t>
            </a:r>
            <a:r>
              <a:rPr lang="en-US" dirty="0"/>
              <a:t> </a:t>
            </a:r>
            <a:r>
              <a:rPr lang="en-US" dirty="0" err="1"/>
              <a:t>Sanksi</a:t>
            </a:r>
            <a:endParaRPr lang="en-US" dirty="0"/>
          </a:p>
          <a:p>
            <a:r>
              <a:rPr lang="en-US" dirty="0" err="1"/>
              <a:t>Mengelola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Ajaran</a:t>
            </a:r>
            <a:endParaRPr lang="en-US" dirty="0"/>
          </a:p>
          <a:p>
            <a:r>
              <a:rPr lang="en-US" dirty="0" err="1"/>
              <a:t>Mengelola</a:t>
            </a:r>
            <a:r>
              <a:rPr lang="en-US" dirty="0"/>
              <a:t> Kelas</a:t>
            </a:r>
          </a:p>
          <a:p>
            <a:r>
              <a:rPr lang="en-US" dirty="0" err="1"/>
              <a:t>Mengelola</a:t>
            </a:r>
            <a:r>
              <a:rPr lang="en-US" dirty="0"/>
              <a:t> </a:t>
            </a:r>
            <a:r>
              <a:rPr lang="en-US" dirty="0" err="1"/>
              <a:t>Jurusan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90502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DE297-8E93-4A39-A8A4-A675A3A6C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Kesiswaan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78022-2693-44AD-8684-12A26B4BD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Memvalidasi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Pelanggaran</a:t>
            </a:r>
            <a:endParaRPr lang="en-US" dirty="0"/>
          </a:p>
          <a:p>
            <a:r>
              <a:rPr lang="en-US" dirty="0"/>
              <a:t>Input data </a:t>
            </a:r>
            <a:r>
              <a:rPr lang="en-US" dirty="0" err="1"/>
              <a:t>pelanggaran</a:t>
            </a:r>
            <a:r>
              <a:rPr lang="en-US" dirty="0"/>
              <a:t> </a:t>
            </a:r>
            <a:r>
              <a:rPr lang="en-US" dirty="0" err="1"/>
              <a:t>siswa</a:t>
            </a:r>
            <a:endParaRPr lang="en-US" dirty="0"/>
          </a:p>
          <a:p>
            <a:r>
              <a:rPr lang="en-US" dirty="0"/>
              <a:t>Input data </a:t>
            </a:r>
            <a:r>
              <a:rPr lang="en-US" dirty="0" err="1"/>
              <a:t>sanksi</a:t>
            </a:r>
            <a:r>
              <a:rPr lang="en-US" dirty="0"/>
              <a:t> </a:t>
            </a:r>
            <a:r>
              <a:rPr lang="en-US" dirty="0" err="1"/>
              <a:t>siswa</a:t>
            </a:r>
            <a:endParaRPr lang="en-US" dirty="0"/>
          </a:p>
          <a:p>
            <a:r>
              <a:rPr lang="en-US" dirty="0" err="1"/>
              <a:t>Cetak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22579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4C43-2334-45DD-846D-6F931B0C7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Guru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C2DB8-2242-4756-AA93-98648BA5F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data </a:t>
            </a:r>
            <a:r>
              <a:rPr lang="en-US" dirty="0" err="1"/>
              <a:t>pelanggaran</a:t>
            </a:r>
            <a:r>
              <a:rPr lang="en-US" dirty="0"/>
              <a:t> </a:t>
            </a:r>
            <a:r>
              <a:rPr lang="en-US" dirty="0" err="1"/>
              <a:t>siswa</a:t>
            </a:r>
            <a:endParaRPr lang="en-US" dirty="0"/>
          </a:p>
          <a:p>
            <a:r>
              <a:rPr lang="en-US" dirty="0"/>
              <a:t>Feedback </a:t>
            </a:r>
            <a:r>
              <a:rPr lang="en-US" dirty="0" err="1"/>
              <a:t>Laporan</a:t>
            </a:r>
            <a:r>
              <a:rPr lang="en-US" dirty="0"/>
              <a:t> yang di input</a:t>
            </a:r>
          </a:p>
          <a:p>
            <a:r>
              <a:rPr lang="en-US" dirty="0"/>
              <a:t>Dashboard (</a:t>
            </a:r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Pelanggaran</a:t>
            </a:r>
            <a:r>
              <a:rPr lang="en-US" dirty="0"/>
              <a:t>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55977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02F9B-2107-4EF7-AC37-36DBDF7D9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Wali</a:t>
            </a:r>
            <a:r>
              <a:rPr lang="en-US" dirty="0"/>
              <a:t> Kelas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A571F-8387-49DC-A240-798CFEA1D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data </a:t>
            </a:r>
            <a:r>
              <a:rPr lang="en-US" dirty="0" err="1"/>
              <a:t>pelanggaran</a:t>
            </a:r>
            <a:r>
              <a:rPr lang="en-US" dirty="0"/>
              <a:t> </a:t>
            </a:r>
            <a:r>
              <a:rPr lang="en-US" dirty="0" err="1"/>
              <a:t>siswa</a:t>
            </a:r>
            <a:endParaRPr lang="en-US" dirty="0"/>
          </a:p>
          <a:p>
            <a:r>
              <a:rPr lang="en-US" dirty="0"/>
              <a:t>Feedback </a:t>
            </a:r>
            <a:r>
              <a:rPr lang="en-US" dirty="0" err="1"/>
              <a:t>Laporan</a:t>
            </a:r>
            <a:r>
              <a:rPr lang="en-US" dirty="0"/>
              <a:t> yang di input dan per </a:t>
            </a:r>
            <a:r>
              <a:rPr lang="en-US" dirty="0" err="1"/>
              <a:t>kelas</a:t>
            </a:r>
            <a:endParaRPr lang="en-US" dirty="0"/>
          </a:p>
          <a:p>
            <a:r>
              <a:rPr lang="en-US" dirty="0"/>
              <a:t>Dashboard (</a:t>
            </a:r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Pelanggaran</a:t>
            </a:r>
            <a:r>
              <a:rPr lang="en-US" dirty="0"/>
              <a:t>) per </a:t>
            </a:r>
            <a:r>
              <a:rPr lang="en-US" dirty="0" err="1"/>
              <a:t>kelas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48317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C3A10-4714-4310-8237-6BC2993CA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96ADF-BCAC-425F-849C-52FC1C5CE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</a:t>
            </a:r>
            <a:r>
              <a:rPr lang="en-US" dirty="0" err="1"/>
              <a:t>tindak</a:t>
            </a:r>
            <a:r>
              <a:rPr lang="en-US" dirty="0"/>
              <a:t> </a:t>
            </a:r>
            <a:r>
              <a:rPr lang="en-US" dirty="0" err="1"/>
              <a:t>lanjut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sanksi</a:t>
            </a:r>
            <a:endParaRPr lang="en-US" dirty="0"/>
          </a:p>
          <a:p>
            <a:r>
              <a:rPr lang="en-US" dirty="0"/>
              <a:t>Dashboard (</a:t>
            </a:r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Pelanggaran</a:t>
            </a:r>
            <a:r>
              <a:rPr lang="en-US" dirty="0"/>
              <a:t>)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86791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03160-CA82-4675-95A6-1C7A8A0C0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Siswa</a:t>
            </a:r>
            <a:r>
              <a:rPr lang="en-US" dirty="0"/>
              <a:t> dan </a:t>
            </a:r>
            <a:r>
              <a:rPr lang="en-US" dirty="0" err="1"/>
              <a:t>Ortu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355EF-29C8-4800-9A9E-77E4359F5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View </a:t>
            </a:r>
            <a:r>
              <a:rPr lang="en-US" dirty="0" err="1"/>
              <a:t>rekap</a:t>
            </a:r>
            <a:r>
              <a:rPr lang="en-US" dirty="0"/>
              <a:t> </a:t>
            </a:r>
            <a:r>
              <a:rPr lang="en-US" dirty="0" err="1"/>
              <a:t>pelanggaran</a:t>
            </a:r>
            <a:r>
              <a:rPr lang="en-US" dirty="0"/>
              <a:t> per </a:t>
            </a:r>
            <a:r>
              <a:rPr lang="en-US" dirty="0" err="1"/>
              <a:t>siswa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87793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99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Pelanggaran Siswa</vt:lpstr>
      <vt:lpstr>Admin</vt:lpstr>
      <vt:lpstr>Kesiswaan</vt:lpstr>
      <vt:lpstr>Guru</vt:lpstr>
      <vt:lpstr>Wali Kelas</vt:lpstr>
      <vt:lpstr>BK</vt:lpstr>
      <vt:lpstr>Siswa dan Ortu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Pelanggaran Siswa</dc:title>
  <dc:creator>PPLG</dc:creator>
  <cp:lastModifiedBy>muhamad abi Pebriana</cp:lastModifiedBy>
  <cp:revision>5</cp:revision>
  <dcterms:created xsi:type="dcterms:W3CDTF">2025-11-10T03:05:20Z</dcterms:created>
  <dcterms:modified xsi:type="dcterms:W3CDTF">2025-11-13T04:51:38Z</dcterms:modified>
</cp:coreProperties>
</file>